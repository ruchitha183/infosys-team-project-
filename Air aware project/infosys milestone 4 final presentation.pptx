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58" r:id="rId5"/>
    <p:sldId id="263" r:id="rId6"/>
    <p:sldId id="265" r:id="rId7"/>
    <p:sldId id="264" r:id="rId8"/>
    <p:sldId id="266" r:id="rId9"/>
    <p:sldId id="268" r:id="rId10"/>
    <p:sldId id="270" r:id="rId11"/>
    <p:sldId id="271" r:id="rId12"/>
    <p:sldId id="272" r:id="rId13"/>
    <p:sldId id="273" r:id="rId14"/>
    <p:sldId id="274" r:id="rId15"/>
    <p:sldId id="276" r:id="rId16"/>
    <p:sldId id="275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399592-7217-4FF9-9954-3BD98F2A1119}" v="59" dt="2025-12-30T14:32:35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lela ruchitha" userId="fda2a83378fd8632" providerId="LiveId" clId="{EBE2AFD5-0948-485D-B727-60231ACFCE2F}"/>
    <pc:docChg chg="undo custSel addSld delSld modSld sldOrd">
      <pc:chgData name="mallela ruchitha" userId="fda2a83378fd8632" providerId="LiveId" clId="{EBE2AFD5-0948-485D-B727-60231ACFCE2F}" dt="2025-12-30T14:48:05.831" v="748" actId="2696"/>
      <pc:docMkLst>
        <pc:docMk/>
      </pc:docMkLst>
      <pc:sldChg chg="modSp mod">
        <pc:chgData name="mallela ruchitha" userId="fda2a83378fd8632" providerId="LiveId" clId="{EBE2AFD5-0948-485D-B727-60231ACFCE2F}" dt="2025-12-30T14:43:04.570" v="724" actId="2"/>
        <pc:sldMkLst>
          <pc:docMk/>
          <pc:sldMk cId="1931348616" sldId="256"/>
        </pc:sldMkLst>
        <pc:spChg chg="mod">
          <ac:chgData name="mallela ruchitha" userId="fda2a83378fd8632" providerId="LiveId" clId="{EBE2AFD5-0948-485D-B727-60231ACFCE2F}" dt="2025-12-30T14:43:04.570" v="724" actId="2"/>
          <ac:spMkLst>
            <pc:docMk/>
            <pc:sldMk cId="1931348616" sldId="256"/>
            <ac:spMk id="6" creationId="{E4B9BBC1-E3C5-8A51-4689-533F897E6688}"/>
          </ac:spMkLst>
        </pc:spChg>
      </pc:sldChg>
      <pc:sldChg chg="modSp mod">
        <pc:chgData name="mallela ruchitha" userId="fda2a83378fd8632" providerId="LiveId" clId="{EBE2AFD5-0948-485D-B727-60231ACFCE2F}" dt="2025-12-30T14:47:56.584" v="747" actId="20577"/>
        <pc:sldMkLst>
          <pc:docMk/>
          <pc:sldMk cId="2905294808" sldId="257"/>
        </pc:sldMkLst>
        <pc:spChg chg="mod">
          <ac:chgData name="mallela ruchitha" userId="fda2a83378fd8632" providerId="LiveId" clId="{EBE2AFD5-0948-485D-B727-60231ACFCE2F}" dt="2025-12-30T14:47:56.584" v="747" actId="20577"/>
          <ac:spMkLst>
            <pc:docMk/>
            <pc:sldMk cId="2905294808" sldId="257"/>
            <ac:spMk id="6" creationId="{F31FCE22-8154-6F49-9CA2-28CED4F9A174}"/>
          </ac:spMkLst>
        </pc:spChg>
      </pc:sldChg>
      <pc:sldChg chg="modSp mod">
        <pc:chgData name="mallela ruchitha" userId="fda2a83378fd8632" providerId="LiveId" clId="{EBE2AFD5-0948-485D-B727-60231ACFCE2F}" dt="2025-12-30T14:45:57.236" v="725" actId="20577"/>
        <pc:sldMkLst>
          <pc:docMk/>
          <pc:sldMk cId="1050748738" sldId="259"/>
        </pc:sldMkLst>
        <pc:spChg chg="mod">
          <ac:chgData name="mallela ruchitha" userId="fda2a83378fd8632" providerId="LiveId" clId="{EBE2AFD5-0948-485D-B727-60231ACFCE2F}" dt="2025-12-30T14:29:27.354" v="685" actId="207"/>
          <ac:spMkLst>
            <pc:docMk/>
            <pc:sldMk cId="1050748738" sldId="259"/>
            <ac:spMk id="2" creationId="{5FC315F6-5A80-6965-70DC-639D1C623F9E}"/>
          </ac:spMkLst>
        </pc:spChg>
        <pc:spChg chg="mod">
          <ac:chgData name="mallela ruchitha" userId="fda2a83378fd8632" providerId="LiveId" clId="{EBE2AFD5-0948-485D-B727-60231ACFCE2F}" dt="2025-12-30T14:45:57.236" v="725" actId="20577"/>
          <ac:spMkLst>
            <pc:docMk/>
            <pc:sldMk cId="1050748738" sldId="259"/>
            <ac:spMk id="3" creationId="{8FE52971-92FF-49C3-221B-701B12D55DC1}"/>
          </ac:spMkLst>
        </pc:spChg>
      </pc:sldChg>
      <pc:sldChg chg="modSp del mod">
        <pc:chgData name="mallela ruchitha" userId="fda2a83378fd8632" providerId="LiveId" clId="{EBE2AFD5-0948-485D-B727-60231ACFCE2F}" dt="2025-12-30T14:48:05.831" v="748" actId="2696"/>
        <pc:sldMkLst>
          <pc:docMk/>
          <pc:sldMk cId="2160983873" sldId="260"/>
        </pc:sldMkLst>
        <pc:spChg chg="mod">
          <ac:chgData name="mallela ruchitha" userId="fda2a83378fd8632" providerId="LiveId" clId="{EBE2AFD5-0948-485D-B727-60231ACFCE2F}" dt="2025-12-30T14:29:35.803" v="686" actId="207"/>
          <ac:spMkLst>
            <pc:docMk/>
            <pc:sldMk cId="2160983873" sldId="260"/>
            <ac:spMk id="2" creationId="{966E2FC3-68E9-B731-C9FA-C93E9419E9DA}"/>
          </ac:spMkLst>
        </pc:spChg>
        <pc:spChg chg="mod">
          <ac:chgData name="mallela ruchitha" userId="fda2a83378fd8632" providerId="LiveId" clId="{EBE2AFD5-0948-485D-B727-60231ACFCE2F}" dt="2025-12-30T14:29:14.009" v="684" actId="27636"/>
          <ac:spMkLst>
            <pc:docMk/>
            <pc:sldMk cId="2160983873" sldId="260"/>
            <ac:spMk id="3" creationId="{D2584799-4073-913A-5B58-ED24280A97EB}"/>
          </ac:spMkLst>
        </pc:spChg>
      </pc:sldChg>
      <pc:sldChg chg="del">
        <pc:chgData name="mallela ruchitha" userId="fda2a83378fd8632" providerId="LiveId" clId="{EBE2AFD5-0948-485D-B727-60231ACFCE2F}" dt="2025-12-30T14:24:14.500" v="398" actId="2696"/>
        <pc:sldMkLst>
          <pc:docMk/>
          <pc:sldMk cId="3188277621" sldId="262"/>
        </pc:sldMkLst>
      </pc:sldChg>
      <pc:sldChg chg="addSp modSp new mod">
        <pc:chgData name="mallela ruchitha" userId="fda2a83378fd8632" providerId="LiveId" clId="{EBE2AFD5-0948-485D-B727-60231ACFCE2F}" dt="2025-12-30T13:22:11.085" v="19" actId="1076"/>
        <pc:sldMkLst>
          <pc:docMk/>
          <pc:sldMk cId="649824649" sldId="263"/>
        </pc:sldMkLst>
        <pc:picChg chg="add mod">
          <ac:chgData name="mallela ruchitha" userId="fda2a83378fd8632" providerId="LiveId" clId="{EBE2AFD5-0948-485D-B727-60231ACFCE2F}" dt="2025-12-30T13:22:11.085" v="19" actId="1076"/>
          <ac:picMkLst>
            <pc:docMk/>
            <pc:sldMk cId="649824649" sldId="263"/>
            <ac:picMk id="2" creationId="{31474D75-18CA-7736-203D-F10E284866A8}"/>
          </ac:picMkLst>
        </pc:picChg>
      </pc:sldChg>
      <pc:sldChg chg="modSp new mod ord">
        <pc:chgData name="mallela ruchitha" userId="fda2a83378fd8632" providerId="LiveId" clId="{EBE2AFD5-0948-485D-B727-60231ACFCE2F}" dt="2025-12-30T13:22:00.395" v="18"/>
        <pc:sldMkLst>
          <pc:docMk/>
          <pc:sldMk cId="2910260881" sldId="264"/>
        </pc:sldMkLst>
        <pc:spChg chg="mod">
          <ac:chgData name="mallela ruchitha" userId="fda2a83378fd8632" providerId="LiveId" clId="{EBE2AFD5-0948-485D-B727-60231ACFCE2F}" dt="2025-12-30T13:21:24.338" v="15" actId="20577"/>
          <ac:spMkLst>
            <pc:docMk/>
            <pc:sldMk cId="2910260881" sldId="264"/>
            <ac:spMk id="2" creationId="{B3520327-6DD1-7B03-D7E8-DB2842574714}"/>
          </ac:spMkLst>
        </pc:spChg>
        <pc:spChg chg="mod">
          <ac:chgData name="mallela ruchitha" userId="fda2a83378fd8632" providerId="LiveId" clId="{EBE2AFD5-0948-485D-B727-60231ACFCE2F}" dt="2025-12-30T13:21:40.715" v="16"/>
          <ac:spMkLst>
            <pc:docMk/>
            <pc:sldMk cId="2910260881" sldId="264"/>
            <ac:spMk id="3" creationId="{D2162299-380B-6D80-455B-1266496DB727}"/>
          </ac:spMkLst>
        </pc:spChg>
      </pc:sldChg>
      <pc:sldChg chg="addSp modSp new mod">
        <pc:chgData name="mallela ruchitha" userId="fda2a83378fd8632" providerId="LiveId" clId="{EBE2AFD5-0948-485D-B727-60231ACFCE2F}" dt="2025-12-30T13:24:22.334" v="25" actId="14100"/>
        <pc:sldMkLst>
          <pc:docMk/>
          <pc:sldMk cId="3045376220" sldId="265"/>
        </pc:sldMkLst>
        <pc:picChg chg="add mod">
          <ac:chgData name="mallela ruchitha" userId="fda2a83378fd8632" providerId="LiveId" clId="{EBE2AFD5-0948-485D-B727-60231ACFCE2F}" dt="2025-12-30T13:24:22.334" v="25" actId="14100"/>
          <ac:picMkLst>
            <pc:docMk/>
            <pc:sldMk cId="3045376220" sldId="265"/>
            <ac:picMk id="2" creationId="{D10F0CA4-2A7F-807E-6A3E-01B088089DEA}"/>
          </ac:picMkLst>
        </pc:picChg>
      </pc:sldChg>
      <pc:sldChg chg="modSp new">
        <pc:chgData name="mallela ruchitha" userId="fda2a83378fd8632" providerId="LiveId" clId="{EBE2AFD5-0948-485D-B727-60231ACFCE2F}" dt="2025-12-30T13:25:53.917" v="28"/>
        <pc:sldMkLst>
          <pc:docMk/>
          <pc:sldMk cId="3444065417" sldId="266"/>
        </pc:sldMkLst>
        <pc:spChg chg="mod">
          <ac:chgData name="mallela ruchitha" userId="fda2a83378fd8632" providerId="LiveId" clId="{EBE2AFD5-0948-485D-B727-60231ACFCE2F}" dt="2025-12-30T13:25:33.672" v="27"/>
          <ac:spMkLst>
            <pc:docMk/>
            <pc:sldMk cId="3444065417" sldId="266"/>
            <ac:spMk id="2" creationId="{0D33DC93-66EA-C75F-B220-5D8BA9363D87}"/>
          </ac:spMkLst>
        </pc:spChg>
        <pc:spChg chg="mod">
          <ac:chgData name="mallela ruchitha" userId="fda2a83378fd8632" providerId="LiveId" clId="{EBE2AFD5-0948-485D-B727-60231ACFCE2F}" dt="2025-12-30T13:25:53.917" v="28"/>
          <ac:spMkLst>
            <pc:docMk/>
            <pc:sldMk cId="3444065417" sldId="266"/>
            <ac:spMk id="3" creationId="{229F5C1A-EC12-C897-2827-75783FFACAF4}"/>
          </ac:spMkLst>
        </pc:spChg>
      </pc:sldChg>
      <pc:sldChg chg="add del">
        <pc:chgData name="mallela ruchitha" userId="fda2a83378fd8632" providerId="LiveId" clId="{EBE2AFD5-0948-485D-B727-60231ACFCE2F}" dt="2025-12-30T13:37:51.649" v="129"/>
        <pc:sldMkLst>
          <pc:docMk/>
          <pc:sldMk cId="608049158" sldId="267"/>
        </pc:sldMkLst>
      </pc:sldChg>
      <pc:sldChg chg="addSp delSp modSp new del mod">
        <pc:chgData name="mallela ruchitha" userId="fda2a83378fd8632" providerId="LiveId" clId="{EBE2AFD5-0948-485D-B727-60231ACFCE2F}" dt="2025-12-30T13:33:29.328" v="114" actId="2696"/>
        <pc:sldMkLst>
          <pc:docMk/>
          <pc:sldMk cId="845380138" sldId="267"/>
        </pc:sldMkLst>
        <pc:spChg chg="mod">
          <ac:chgData name="mallela ruchitha" userId="fda2a83378fd8632" providerId="LiveId" clId="{EBE2AFD5-0948-485D-B727-60231ACFCE2F}" dt="2025-12-30T13:30:53.058" v="62" actId="20577"/>
          <ac:spMkLst>
            <pc:docMk/>
            <pc:sldMk cId="845380138" sldId="267"/>
            <ac:spMk id="2" creationId="{93F95B1A-23AA-4870-6150-191D02A78AF9}"/>
          </ac:spMkLst>
        </pc:spChg>
        <pc:spChg chg="add del mod">
          <ac:chgData name="mallela ruchitha" userId="fda2a83378fd8632" providerId="LiveId" clId="{EBE2AFD5-0948-485D-B727-60231ACFCE2F}" dt="2025-12-30T13:31:25.616" v="66" actId="27636"/>
          <ac:spMkLst>
            <pc:docMk/>
            <pc:sldMk cId="845380138" sldId="267"/>
            <ac:spMk id="3" creationId="{F72130EE-6465-D474-1AFA-F316E6A5C6B6}"/>
          </ac:spMkLst>
        </pc:spChg>
        <pc:spChg chg="add mod">
          <ac:chgData name="mallela ruchitha" userId="fda2a83378fd8632" providerId="LiveId" clId="{EBE2AFD5-0948-485D-B727-60231ACFCE2F}" dt="2025-12-30T13:31:23.856" v="64"/>
          <ac:spMkLst>
            <pc:docMk/>
            <pc:sldMk cId="845380138" sldId="267"/>
            <ac:spMk id="4" creationId="{4A659136-F159-6926-2E09-08822247D2ED}"/>
          </ac:spMkLst>
        </pc:spChg>
      </pc:sldChg>
      <pc:sldChg chg="addSp delSp modSp new mod">
        <pc:chgData name="mallela ruchitha" userId="fda2a83378fd8632" providerId="LiveId" clId="{EBE2AFD5-0948-485D-B727-60231ACFCE2F}" dt="2025-12-30T14:30:13.797" v="690" actId="207"/>
        <pc:sldMkLst>
          <pc:docMk/>
          <pc:sldMk cId="3390529325" sldId="268"/>
        </pc:sldMkLst>
        <pc:spChg chg="mod">
          <ac:chgData name="mallela ruchitha" userId="fda2a83378fd8632" providerId="LiveId" clId="{EBE2AFD5-0948-485D-B727-60231ACFCE2F}" dt="2025-12-30T14:30:13.797" v="690" actId="207"/>
          <ac:spMkLst>
            <pc:docMk/>
            <pc:sldMk cId="3390529325" sldId="268"/>
            <ac:spMk id="2" creationId="{24DF7C56-5240-3973-C1A3-93ECE82283F4}"/>
          </ac:spMkLst>
        </pc:spChg>
        <pc:spChg chg="mod">
          <ac:chgData name="mallela ruchitha" userId="fda2a83378fd8632" providerId="LiveId" clId="{EBE2AFD5-0948-485D-B727-60231ACFCE2F}" dt="2025-12-30T13:36:25.260" v="123" actId="12"/>
          <ac:spMkLst>
            <pc:docMk/>
            <pc:sldMk cId="3390529325" sldId="268"/>
            <ac:spMk id="3" creationId="{1E9F2367-44C8-B53D-B575-EE87F9714A0F}"/>
          </ac:spMkLst>
        </pc:spChg>
        <pc:spChg chg="mod">
          <ac:chgData name="mallela ruchitha" userId="fda2a83378fd8632" providerId="LiveId" clId="{EBE2AFD5-0948-485D-B727-60231ACFCE2F}" dt="2025-12-30T13:37:12.834" v="125" actId="12"/>
          <ac:spMkLst>
            <pc:docMk/>
            <pc:sldMk cId="3390529325" sldId="268"/>
            <ac:spMk id="4" creationId="{F6969BFE-B10E-A016-E5BB-61B98E5A3495}"/>
          </ac:spMkLst>
        </pc:spChg>
        <pc:spChg chg="add del">
          <ac:chgData name="mallela ruchitha" userId="fda2a83378fd8632" providerId="LiveId" clId="{EBE2AFD5-0948-485D-B727-60231ACFCE2F}" dt="2025-12-30T13:35:19.856" v="119" actId="478"/>
          <ac:spMkLst>
            <pc:docMk/>
            <pc:sldMk cId="3390529325" sldId="268"/>
            <ac:spMk id="5" creationId="{658F4002-C9F7-AD89-EA3A-5EC946732900}"/>
          </ac:spMkLst>
        </pc:spChg>
      </pc:sldChg>
      <pc:sldChg chg="new del">
        <pc:chgData name="mallela ruchitha" userId="fda2a83378fd8632" providerId="LiveId" clId="{EBE2AFD5-0948-485D-B727-60231ACFCE2F}" dt="2025-12-30T13:38:44.195" v="135" actId="2696"/>
        <pc:sldMkLst>
          <pc:docMk/>
          <pc:sldMk cId="632573640" sldId="269"/>
        </pc:sldMkLst>
      </pc:sldChg>
      <pc:sldChg chg="modSp new mod ord">
        <pc:chgData name="mallela ruchitha" userId="fda2a83378fd8632" providerId="LiveId" clId="{EBE2AFD5-0948-485D-B727-60231ACFCE2F}" dt="2025-12-30T14:30:46.278" v="693" actId="207"/>
        <pc:sldMkLst>
          <pc:docMk/>
          <pc:sldMk cId="1739309754" sldId="270"/>
        </pc:sldMkLst>
        <pc:spChg chg="mod">
          <ac:chgData name="mallela ruchitha" userId="fda2a83378fd8632" providerId="LiveId" clId="{EBE2AFD5-0948-485D-B727-60231ACFCE2F}" dt="2025-12-30T14:30:36.995" v="692" actId="207"/>
          <ac:spMkLst>
            <pc:docMk/>
            <pc:sldMk cId="1739309754" sldId="270"/>
            <ac:spMk id="2" creationId="{C4A0D599-4893-F520-9756-8472BBFB3BB8}"/>
          </ac:spMkLst>
        </pc:spChg>
        <pc:spChg chg="mod">
          <ac:chgData name="mallela ruchitha" userId="fda2a83378fd8632" providerId="LiveId" clId="{EBE2AFD5-0948-485D-B727-60231ACFCE2F}" dt="2025-12-30T14:30:46.278" v="693" actId="207"/>
          <ac:spMkLst>
            <pc:docMk/>
            <pc:sldMk cId="1739309754" sldId="270"/>
            <ac:spMk id="3" creationId="{CA960850-006A-9F97-48B7-4E36487EC98C}"/>
          </ac:spMkLst>
        </pc:spChg>
      </pc:sldChg>
      <pc:sldChg chg="modSp new mod">
        <pc:chgData name="mallela ruchitha" userId="fda2a83378fd8632" providerId="LiveId" clId="{EBE2AFD5-0948-485D-B727-60231ACFCE2F}" dt="2025-12-30T14:43:02.562" v="722" actId="2"/>
        <pc:sldMkLst>
          <pc:docMk/>
          <pc:sldMk cId="2754712817" sldId="271"/>
        </pc:sldMkLst>
        <pc:spChg chg="mod">
          <ac:chgData name="mallela ruchitha" userId="fda2a83378fd8632" providerId="LiveId" clId="{EBE2AFD5-0948-485D-B727-60231ACFCE2F}" dt="2025-12-30T14:31:01.029" v="694" actId="207"/>
          <ac:spMkLst>
            <pc:docMk/>
            <pc:sldMk cId="2754712817" sldId="271"/>
            <ac:spMk id="2" creationId="{F38F1BC1-0666-9279-60B4-BB9140E4BBB7}"/>
          </ac:spMkLst>
        </pc:spChg>
        <pc:spChg chg="mod">
          <ac:chgData name="mallela ruchitha" userId="fda2a83378fd8632" providerId="LiveId" clId="{EBE2AFD5-0948-485D-B727-60231ACFCE2F}" dt="2025-12-30T14:43:02.562" v="722" actId="2"/>
          <ac:spMkLst>
            <pc:docMk/>
            <pc:sldMk cId="2754712817" sldId="271"/>
            <ac:spMk id="3" creationId="{DEF3A2AE-11C2-4A7C-1052-F81395E43E2C}"/>
          </ac:spMkLst>
        </pc:spChg>
      </pc:sldChg>
      <pc:sldChg chg="modSp new mod">
        <pc:chgData name="mallela ruchitha" userId="fda2a83378fd8632" providerId="LiveId" clId="{EBE2AFD5-0948-485D-B727-60231ACFCE2F}" dt="2025-12-30T14:31:55.364" v="704" actId="207"/>
        <pc:sldMkLst>
          <pc:docMk/>
          <pc:sldMk cId="3942292611" sldId="272"/>
        </pc:sldMkLst>
        <pc:spChg chg="mod">
          <ac:chgData name="mallela ruchitha" userId="fda2a83378fd8632" providerId="LiveId" clId="{EBE2AFD5-0948-485D-B727-60231ACFCE2F}" dt="2025-12-30T14:31:42.767" v="702" actId="255"/>
          <ac:spMkLst>
            <pc:docMk/>
            <pc:sldMk cId="3942292611" sldId="272"/>
            <ac:spMk id="2" creationId="{FE97BD56-1653-6761-FEB3-E1F67B71CFF6}"/>
          </ac:spMkLst>
        </pc:spChg>
        <pc:spChg chg="mod">
          <ac:chgData name="mallela ruchitha" userId="fda2a83378fd8632" providerId="LiveId" clId="{EBE2AFD5-0948-485D-B727-60231ACFCE2F}" dt="2025-12-30T14:31:55.364" v="704" actId="207"/>
          <ac:spMkLst>
            <pc:docMk/>
            <pc:sldMk cId="3942292611" sldId="272"/>
            <ac:spMk id="3" creationId="{BF10E9EB-4843-ECA4-35FF-A03806B757D5}"/>
          </ac:spMkLst>
        </pc:spChg>
      </pc:sldChg>
      <pc:sldChg chg="modSp new mod">
        <pc:chgData name="mallela ruchitha" userId="fda2a83378fd8632" providerId="LiveId" clId="{EBE2AFD5-0948-485D-B727-60231ACFCE2F}" dt="2025-12-30T14:32:35.435" v="708" actId="339"/>
        <pc:sldMkLst>
          <pc:docMk/>
          <pc:sldMk cId="1094514498" sldId="273"/>
        </pc:sldMkLst>
        <pc:spChg chg="mod">
          <ac:chgData name="mallela ruchitha" userId="fda2a83378fd8632" providerId="LiveId" clId="{EBE2AFD5-0948-485D-B727-60231ACFCE2F}" dt="2025-12-30T14:32:06.721" v="705" actId="207"/>
          <ac:spMkLst>
            <pc:docMk/>
            <pc:sldMk cId="1094514498" sldId="273"/>
            <ac:spMk id="2" creationId="{1AA1B673-7EFA-EC25-5B6C-4C82C780F491}"/>
          </ac:spMkLst>
        </pc:spChg>
        <pc:spChg chg="mod ord">
          <ac:chgData name="mallela ruchitha" userId="fda2a83378fd8632" providerId="LiveId" clId="{EBE2AFD5-0948-485D-B727-60231ACFCE2F}" dt="2025-12-30T14:32:17.862" v="706" actId="207"/>
          <ac:spMkLst>
            <pc:docMk/>
            <pc:sldMk cId="1094514498" sldId="273"/>
            <ac:spMk id="3" creationId="{571F2AE3-8652-7F33-1CAA-5E836B25F04D}"/>
          </ac:spMkLst>
        </pc:spChg>
        <pc:spChg chg="mod">
          <ac:chgData name="mallela ruchitha" userId="fda2a83378fd8632" providerId="LiveId" clId="{EBE2AFD5-0948-485D-B727-60231ACFCE2F}" dt="2025-12-30T14:32:35.435" v="708" actId="339"/>
          <ac:spMkLst>
            <pc:docMk/>
            <pc:sldMk cId="1094514498" sldId="273"/>
            <ac:spMk id="4" creationId="{C9DB21AA-5443-8146-62D7-4C659F37DD51}"/>
          </ac:spMkLst>
        </pc:spChg>
      </pc:sldChg>
      <pc:sldChg chg="modSp new del">
        <pc:chgData name="mallela ruchitha" userId="fda2a83378fd8632" providerId="LiveId" clId="{EBE2AFD5-0948-485D-B727-60231ACFCE2F}" dt="2025-12-30T13:46:18.116" v="167" actId="2696"/>
        <pc:sldMkLst>
          <pc:docMk/>
          <pc:sldMk cId="3763601384" sldId="273"/>
        </pc:sldMkLst>
        <pc:spChg chg="mod">
          <ac:chgData name="mallela ruchitha" userId="fda2a83378fd8632" providerId="LiveId" clId="{EBE2AFD5-0948-485D-B727-60231ACFCE2F}" dt="2025-12-30T13:44:35.200" v="159"/>
          <ac:spMkLst>
            <pc:docMk/>
            <pc:sldMk cId="3763601384" sldId="273"/>
            <ac:spMk id="2" creationId="{B1FBB0D8-F987-92FC-46AF-C6B74C3E78D9}"/>
          </ac:spMkLst>
        </pc:spChg>
      </pc:sldChg>
      <pc:sldChg chg="addSp delSp modSp new del mod">
        <pc:chgData name="mallela ruchitha" userId="fda2a83378fd8632" providerId="LiveId" clId="{EBE2AFD5-0948-485D-B727-60231ACFCE2F}" dt="2025-12-30T14:05:26.086" v="250" actId="2696"/>
        <pc:sldMkLst>
          <pc:docMk/>
          <pc:sldMk cId="3822889247" sldId="273"/>
        </pc:sldMkLst>
        <pc:spChg chg="mod">
          <ac:chgData name="mallela ruchitha" userId="fda2a83378fd8632" providerId="LiveId" clId="{EBE2AFD5-0948-485D-B727-60231ACFCE2F}" dt="2025-12-30T14:05:21.241" v="249" actId="20577"/>
          <ac:spMkLst>
            <pc:docMk/>
            <pc:sldMk cId="3822889247" sldId="273"/>
            <ac:spMk id="2" creationId="{7667E9C6-2E04-8B7B-C68E-DEA26D3E0273}"/>
          </ac:spMkLst>
        </pc:spChg>
        <pc:spChg chg="mod">
          <ac:chgData name="mallela ruchitha" userId="fda2a83378fd8632" providerId="LiveId" clId="{EBE2AFD5-0948-485D-B727-60231ACFCE2F}" dt="2025-12-30T14:03:01.441" v="203" actId="27636"/>
          <ac:spMkLst>
            <pc:docMk/>
            <pc:sldMk cId="3822889247" sldId="273"/>
            <ac:spMk id="3" creationId="{5EDF2DF2-892C-150F-BDA2-4F5818525E62}"/>
          </ac:spMkLst>
        </pc:spChg>
        <pc:spChg chg="del">
          <ac:chgData name="mallela ruchitha" userId="fda2a83378fd8632" providerId="LiveId" clId="{EBE2AFD5-0948-485D-B727-60231ACFCE2F}" dt="2025-12-30T13:59:21.940" v="171"/>
          <ac:spMkLst>
            <pc:docMk/>
            <pc:sldMk cId="3822889247" sldId="273"/>
            <ac:spMk id="4" creationId="{1A610471-9580-5702-E7FD-2124931C6539}"/>
          </ac:spMkLst>
        </pc:spChg>
        <pc:spChg chg="mod">
          <ac:chgData name="mallela ruchitha" userId="fda2a83378fd8632" providerId="LiveId" clId="{EBE2AFD5-0948-485D-B727-60231ACFCE2F}" dt="2025-12-30T14:05:07.559" v="246" actId="20577"/>
          <ac:spMkLst>
            <pc:docMk/>
            <pc:sldMk cId="3822889247" sldId="273"/>
            <ac:spMk id="5" creationId="{2C0406D1-C8DE-F86A-E126-3D8AC91FDA4E}"/>
          </ac:spMkLst>
        </pc:spChg>
        <pc:spChg chg="del">
          <ac:chgData name="mallela ruchitha" userId="fda2a83378fd8632" providerId="LiveId" clId="{EBE2AFD5-0948-485D-B727-60231ACFCE2F}" dt="2025-12-30T14:00:32.009" v="176"/>
          <ac:spMkLst>
            <pc:docMk/>
            <pc:sldMk cId="3822889247" sldId="273"/>
            <ac:spMk id="6" creationId="{26DC127E-544D-8C60-E2A7-E0FA920C4373}"/>
          </ac:spMkLst>
        </pc:spChg>
        <pc:spChg chg="add mod">
          <ac:chgData name="mallela ruchitha" userId="fda2a83378fd8632" providerId="LiveId" clId="{EBE2AFD5-0948-485D-B727-60231ACFCE2F}" dt="2025-12-30T14:05:12.463" v="248" actId="5793"/>
          <ac:spMkLst>
            <pc:docMk/>
            <pc:sldMk cId="3822889247" sldId="273"/>
            <ac:spMk id="7" creationId="{6DE6BE1F-4693-DADC-D966-8E7A703B8047}"/>
          </ac:spMkLst>
        </pc:spChg>
        <pc:spChg chg="add del mod">
          <ac:chgData name="mallela ruchitha" userId="fda2a83378fd8632" providerId="LiveId" clId="{EBE2AFD5-0948-485D-B727-60231ACFCE2F}" dt="2025-12-30T14:04:09.318" v="241"/>
          <ac:spMkLst>
            <pc:docMk/>
            <pc:sldMk cId="3822889247" sldId="273"/>
            <ac:spMk id="8" creationId="{22584910-777B-3E91-D3D7-023B43D79815}"/>
          </ac:spMkLst>
        </pc:spChg>
        <pc:spChg chg="add del mod">
          <ac:chgData name="mallela ruchitha" userId="fda2a83378fd8632" providerId="LiveId" clId="{EBE2AFD5-0948-485D-B727-60231ACFCE2F}" dt="2025-12-30T14:02:31.307" v="195"/>
          <ac:spMkLst>
            <pc:docMk/>
            <pc:sldMk cId="3822889247" sldId="273"/>
            <ac:spMk id="9" creationId="{82F1328B-8106-620D-F3E0-747824A4ACF6}"/>
          </ac:spMkLst>
        </pc:spChg>
        <pc:spChg chg="add mod">
          <ac:chgData name="mallela ruchitha" userId="fda2a83378fd8632" providerId="LiveId" clId="{EBE2AFD5-0948-485D-B727-60231ACFCE2F}" dt="2025-12-30T14:05:10.254" v="247"/>
          <ac:spMkLst>
            <pc:docMk/>
            <pc:sldMk cId="3822889247" sldId="273"/>
            <ac:spMk id="10" creationId="{7BD5FF98-9BA9-9CC7-9482-730B2A9EBA10}"/>
          </ac:spMkLst>
        </pc:spChg>
      </pc:sldChg>
      <pc:sldChg chg="addSp delSp modSp new mod">
        <pc:chgData name="mallela ruchitha" userId="fda2a83378fd8632" providerId="LiveId" clId="{EBE2AFD5-0948-485D-B727-60231ACFCE2F}" dt="2025-12-30T14:32:54.470" v="711" actId="207"/>
        <pc:sldMkLst>
          <pc:docMk/>
          <pc:sldMk cId="2757757668" sldId="274"/>
        </pc:sldMkLst>
        <pc:spChg chg="mod">
          <ac:chgData name="mallela ruchitha" userId="fda2a83378fd8632" providerId="LiveId" clId="{EBE2AFD5-0948-485D-B727-60231ACFCE2F}" dt="2025-12-30T14:32:54.470" v="711" actId="207"/>
          <ac:spMkLst>
            <pc:docMk/>
            <pc:sldMk cId="2757757668" sldId="274"/>
            <ac:spMk id="2" creationId="{7DF98004-AE2D-714B-0A34-09E197F8F67D}"/>
          </ac:spMkLst>
        </pc:spChg>
        <pc:spChg chg="del">
          <ac:chgData name="mallela ruchitha" userId="fda2a83378fd8632" providerId="LiveId" clId="{EBE2AFD5-0948-485D-B727-60231ACFCE2F}" dt="2025-12-30T14:10:47.810" v="288"/>
          <ac:spMkLst>
            <pc:docMk/>
            <pc:sldMk cId="2757757668" sldId="274"/>
            <ac:spMk id="3" creationId="{8856AFB6-187D-8F05-6A9A-8F151B286CD4}"/>
          </ac:spMkLst>
        </pc:spChg>
        <pc:spChg chg="add mod">
          <ac:chgData name="mallela ruchitha" userId="fda2a83378fd8632" providerId="LiveId" clId="{EBE2AFD5-0948-485D-B727-60231ACFCE2F}" dt="2025-12-30T14:12:24.693" v="310" actId="1076"/>
          <ac:spMkLst>
            <pc:docMk/>
            <pc:sldMk cId="2757757668" sldId="274"/>
            <ac:spMk id="8" creationId="{BF0D9B30-C087-B6F7-F43C-26F790CFE994}"/>
          </ac:spMkLst>
        </pc:spChg>
        <pc:spChg chg="add mod">
          <ac:chgData name="mallela ruchitha" userId="fda2a83378fd8632" providerId="LiveId" clId="{EBE2AFD5-0948-485D-B727-60231ACFCE2F}" dt="2025-12-30T14:12:57.044" v="314" actId="14100"/>
          <ac:spMkLst>
            <pc:docMk/>
            <pc:sldMk cId="2757757668" sldId="274"/>
            <ac:spMk id="10" creationId="{0C46625D-E30A-8D91-27BC-57916048A267}"/>
          </ac:spMkLst>
        </pc:spChg>
        <pc:spChg chg="add mod">
          <ac:chgData name="mallela ruchitha" userId="fda2a83378fd8632" providerId="LiveId" clId="{EBE2AFD5-0948-485D-B727-60231ACFCE2F}" dt="2025-12-30T14:13:26.815" v="319" actId="14100"/>
          <ac:spMkLst>
            <pc:docMk/>
            <pc:sldMk cId="2757757668" sldId="274"/>
            <ac:spMk id="12" creationId="{6A3DF87E-6191-D3BB-F123-0E4D7BCC6571}"/>
          </ac:spMkLst>
        </pc:spChg>
        <pc:picChg chg="add mod">
          <ac:chgData name="mallela ruchitha" userId="fda2a83378fd8632" providerId="LiveId" clId="{EBE2AFD5-0948-485D-B727-60231ACFCE2F}" dt="2025-12-30T14:13:34.156" v="321" actId="14100"/>
          <ac:picMkLst>
            <pc:docMk/>
            <pc:sldMk cId="2757757668" sldId="274"/>
            <ac:picMk id="4" creationId="{4462167B-243B-585A-CC0E-891F7F04D58A}"/>
          </ac:picMkLst>
        </pc:picChg>
        <pc:picChg chg="add mod">
          <ac:chgData name="mallela ruchitha" userId="fda2a83378fd8632" providerId="LiveId" clId="{EBE2AFD5-0948-485D-B727-60231ACFCE2F}" dt="2025-12-30T14:13:38.164" v="322" actId="1076"/>
          <ac:picMkLst>
            <pc:docMk/>
            <pc:sldMk cId="2757757668" sldId="274"/>
            <ac:picMk id="5" creationId="{30417539-85B4-7FEE-E3FB-53DFCB12CA2F}"/>
          </ac:picMkLst>
        </pc:picChg>
        <pc:picChg chg="add mod">
          <ac:chgData name="mallela ruchitha" userId="fda2a83378fd8632" providerId="LiveId" clId="{EBE2AFD5-0948-485D-B727-60231ACFCE2F}" dt="2025-12-30T14:11:39.596" v="304" actId="14100"/>
          <ac:picMkLst>
            <pc:docMk/>
            <pc:sldMk cId="2757757668" sldId="274"/>
            <ac:picMk id="6" creationId="{0504A71E-56AB-7F9F-A7ED-DAD1C4BE77D9}"/>
          </ac:picMkLst>
        </pc:picChg>
      </pc:sldChg>
      <pc:sldChg chg="add del">
        <pc:chgData name="mallela ruchitha" userId="fda2a83378fd8632" providerId="LiveId" clId="{EBE2AFD5-0948-485D-B727-60231ACFCE2F}" dt="2025-12-30T14:05:46.181" v="255"/>
        <pc:sldMkLst>
          <pc:docMk/>
          <pc:sldMk cId="2808901507" sldId="274"/>
        </pc:sldMkLst>
      </pc:sldChg>
      <pc:sldChg chg="modSp add mod">
        <pc:chgData name="mallela ruchitha" userId="fda2a83378fd8632" providerId="LiveId" clId="{EBE2AFD5-0948-485D-B727-60231ACFCE2F}" dt="2025-12-30T14:33:19.104" v="717" actId="14100"/>
        <pc:sldMkLst>
          <pc:docMk/>
          <pc:sldMk cId="2805384565" sldId="275"/>
        </pc:sldMkLst>
        <pc:spChg chg="mod">
          <ac:chgData name="mallela ruchitha" userId="fda2a83378fd8632" providerId="LiveId" clId="{EBE2AFD5-0948-485D-B727-60231ACFCE2F}" dt="2025-12-30T14:33:07.945" v="714" actId="207"/>
          <ac:spMkLst>
            <pc:docMk/>
            <pc:sldMk cId="2805384565" sldId="275"/>
            <ac:spMk id="2" creationId="{23E0A9EF-2536-706B-FFCB-1F1AA3DA131C}"/>
          </ac:spMkLst>
        </pc:spChg>
        <pc:spChg chg="mod">
          <ac:chgData name="mallela ruchitha" userId="fda2a83378fd8632" providerId="LiveId" clId="{EBE2AFD5-0948-485D-B727-60231ACFCE2F}" dt="2025-12-30T14:33:19.104" v="717" actId="14100"/>
          <ac:spMkLst>
            <pc:docMk/>
            <pc:sldMk cId="2805384565" sldId="275"/>
            <ac:spMk id="7" creationId="{BA173E7D-F555-B5AA-B237-D93AE490F562}"/>
          </ac:spMkLst>
        </pc:spChg>
      </pc:sldChg>
      <pc:sldChg chg="add del">
        <pc:chgData name="mallela ruchitha" userId="fda2a83378fd8632" providerId="LiveId" clId="{EBE2AFD5-0948-485D-B727-60231ACFCE2F}" dt="2025-12-30T14:05:45.344" v="254"/>
        <pc:sldMkLst>
          <pc:docMk/>
          <pc:sldMk cId="2965091554" sldId="275"/>
        </pc:sldMkLst>
      </pc:sldChg>
      <pc:sldChg chg="addSp delSp modSp new del mod">
        <pc:chgData name="mallela ruchitha" userId="fda2a83378fd8632" providerId="LiveId" clId="{EBE2AFD5-0948-485D-B727-60231ACFCE2F}" dt="2025-12-30T14:15:07.526" v="328" actId="2696"/>
        <pc:sldMkLst>
          <pc:docMk/>
          <pc:sldMk cId="3677878628" sldId="275"/>
        </pc:sldMkLst>
        <pc:spChg chg="del">
          <ac:chgData name="mallela ruchitha" userId="fda2a83378fd8632" providerId="LiveId" clId="{EBE2AFD5-0948-485D-B727-60231ACFCE2F}" dt="2025-12-30T14:14:47.534" v="324" actId="931"/>
          <ac:spMkLst>
            <pc:docMk/>
            <pc:sldMk cId="3677878628" sldId="275"/>
            <ac:spMk id="3" creationId="{412BF20F-22C3-AEA5-1D9F-1DCAA793B7F2}"/>
          </ac:spMkLst>
        </pc:spChg>
        <pc:spChg chg="add mod">
          <ac:chgData name="mallela ruchitha" userId="fda2a83378fd8632" providerId="LiveId" clId="{EBE2AFD5-0948-485D-B727-60231ACFCE2F}" dt="2025-12-30T14:15:03.497" v="327" actId="478"/>
          <ac:spMkLst>
            <pc:docMk/>
            <pc:sldMk cId="3677878628" sldId="275"/>
            <ac:spMk id="7" creationId="{BA173E7D-F555-B5AA-B237-D93AE490F562}"/>
          </ac:spMkLst>
        </pc:spChg>
        <pc:picChg chg="add del mod">
          <ac:chgData name="mallela ruchitha" userId="fda2a83378fd8632" providerId="LiveId" clId="{EBE2AFD5-0948-485D-B727-60231ACFCE2F}" dt="2025-12-30T14:15:03.497" v="327" actId="478"/>
          <ac:picMkLst>
            <pc:docMk/>
            <pc:sldMk cId="3677878628" sldId="275"/>
            <ac:picMk id="5" creationId="{E230AE23-185B-08DB-21D0-271AA49C1E34}"/>
          </ac:picMkLst>
        </pc:picChg>
      </pc:sldChg>
      <pc:sldChg chg="addSp modSp new mod">
        <pc:chgData name="mallela ruchitha" userId="fda2a83378fd8632" providerId="LiveId" clId="{EBE2AFD5-0948-485D-B727-60231ACFCE2F}" dt="2025-12-30T14:21:09.875" v="370" actId="1076"/>
        <pc:sldMkLst>
          <pc:docMk/>
          <pc:sldMk cId="3825212706" sldId="276"/>
        </pc:sldMkLst>
        <pc:spChg chg="add mod">
          <ac:chgData name="mallela ruchitha" userId="fda2a83378fd8632" providerId="LiveId" clId="{EBE2AFD5-0948-485D-B727-60231ACFCE2F}" dt="2025-12-30T14:17:15.814" v="348" actId="14100"/>
          <ac:spMkLst>
            <pc:docMk/>
            <pc:sldMk cId="3825212706" sldId="276"/>
            <ac:spMk id="6" creationId="{6C843AFD-2EB0-9593-B76B-7A430A2C8DA8}"/>
          </ac:spMkLst>
        </pc:spChg>
        <pc:spChg chg="add mod">
          <ac:chgData name="mallela ruchitha" userId="fda2a83378fd8632" providerId="LiveId" clId="{EBE2AFD5-0948-485D-B727-60231ACFCE2F}" dt="2025-12-30T14:17:42.300" v="352" actId="14100"/>
          <ac:spMkLst>
            <pc:docMk/>
            <pc:sldMk cId="3825212706" sldId="276"/>
            <ac:spMk id="8" creationId="{E9C7EA91-2CA5-FDB5-1593-30361FE1DB5C}"/>
          </ac:spMkLst>
        </pc:spChg>
        <pc:picChg chg="add mod">
          <ac:chgData name="mallela ruchitha" userId="fda2a83378fd8632" providerId="LiveId" clId="{EBE2AFD5-0948-485D-B727-60231ACFCE2F}" dt="2025-12-30T14:21:09.875" v="370" actId="1076"/>
          <ac:picMkLst>
            <pc:docMk/>
            <pc:sldMk cId="3825212706" sldId="276"/>
            <ac:picMk id="3" creationId="{6DCFAD8F-20E9-DDA5-C0A4-55FBF3066FC9}"/>
          </ac:picMkLst>
        </pc:picChg>
        <pc:picChg chg="add mod">
          <ac:chgData name="mallela ruchitha" userId="fda2a83378fd8632" providerId="LiveId" clId="{EBE2AFD5-0948-485D-B727-60231ACFCE2F}" dt="2025-12-30T14:16:55.568" v="346" actId="14100"/>
          <ac:picMkLst>
            <pc:docMk/>
            <pc:sldMk cId="3825212706" sldId="276"/>
            <ac:picMk id="4" creationId="{AAD6843E-45CD-F1A7-F1A1-C28A6B10588A}"/>
          </ac:picMkLst>
        </pc:picChg>
      </pc:sldChg>
      <pc:sldChg chg="modSp new mod">
        <pc:chgData name="mallela ruchitha" userId="fda2a83378fd8632" providerId="LiveId" clId="{EBE2AFD5-0948-485D-B727-60231ACFCE2F}" dt="2025-12-30T14:22:34.178" v="390" actId="14100"/>
        <pc:sldMkLst>
          <pc:docMk/>
          <pc:sldMk cId="4176452104" sldId="277"/>
        </pc:sldMkLst>
        <pc:spChg chg="mod">
          <ac:chgData name="mallela ruchitha" userId="fda2a83378fd8632" providerId="LiveId" clId="{EBE2AFD5-0948-485D-B727-60231ACFCE2F}" dt="2025-12-30T14:22:34.178" v="390" actId="14100"/>
          <ac:spMkLst>
            <pc:docMk/>
            <pc:sldMk cId="4176452104" sldId="277"/>
            <ac:spMk id="2" creationId="{7DCEDA80-ACD0-C437-2594-6BE57FDB2F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0C0DA-1B53-4B3A-B75E-75D83CF6BBB1}" type="datetimeFigureOut">
              <a:rPr lang="en-IN" smtClean="0"/>
              <a:t>30-12-2025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22E4C-0BD0-47D6-B042-FF9058D0C01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350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22E4C-0BD0-47D6-B042-FF9058D0C01A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465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BD08-1D6A-9A77-FD73-9E540ACD0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806" y="2733368"/>
            <a:ext cx="11857703" cy="983225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ooper Black" panose="0208090404030B020404" pitchFamily="18" charset="0"/>
              </a:rPr>
              <a:t>AIR AWARE:SMART AIR QUALITY PREDICTION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592E3B-B219-DC7F-E01A-F3AC1B5EB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18" y="588331"/>
            <a:ext cx="10766323" cy="1927123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E4B9BBC1-E3C5-8A51-4689-533F897E6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19" y="4445786"/>
            <a:ext cx="6790157" cy="1424071"/>
          </a:xfrm>
        </p:spPr>
        <p:txBody>
          <a:bodyPr>
            <a:normAutofit fontScale="25000" lnSpcReduction="20000"/>
          </a:bodyPr>
          <a:lstStyle/>
          <a:p>
            <a:r>
              <a:rPr lang="en-IN" sz="5600" b="1" dirty="0">
                <a:solidFill>
                  <a:schemeClr val="accent3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Presented by: Ruchitha</a:t>
            </a:r>
            <a:r>
              <a:rPr lang="en-IN" sz="5600" b="1" i="1" dirty="0">
                <a:solidFill>
                  <a:schemeClr val="accent3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 </a:t>
            </a:r>
            <a:r>
              <a:rPr lang="en-IN" sz="5600" b="1" dirty="0">
                <a:solidFill>
                  <a:schemeClr val="accent3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Mallela, Rahul Kummara</a:t>
            </a:r>
          </a:p>
          <a:p>
            <a:r>
              <a:rPr lang="en-IN" sz="5600" b="1" dirty="0">
                <a:solidFill>
                  <a:schemeClr val="accent3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Team:4</a:t>
            </a:r>
          </a:p>
          <a:p>
            <a:r>
              <a:rPr lang="en-IN" sz="5600" b="1" dirty="0">
                <a:solidFill>
                  <a:schemeClr val="accent3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INFOSYS Batch:6.0</a:t>
            </a:r>
          </a:p>
          <a:p>
            <a:r>
              <a:rPr lang="en-IN" sz="5600" b="1" dirty="0">
                <a:solidFill>
                  <a:schemeClr val="accent3"/>
                </a:solidFill>
                <a:latin typeface="Cooper Black" panose="0208090404030B020404" pitchFamily="18" charset="0"/>
                <a:cs typeface="Times New Roman" panose="02020603050405020304" pitchFamily="18" charset="0"/>
              </a:rPr>
              <a:t>Mentor:Shakthi </a:t>
            </a:r>
          </a:p>
          <a:p>
            <a:endParaRPr lang="en-IN" sz="4300" dirty="0">
              <a:solidFill>
                <a:schemeClr val="accent3"/>
              </a:solidFill>
              <a:latin typeface="Forte" panose="03060902040502070203" pitchFamily="66" charset="0"/>
            </a:endParaRPr>
          </a:p>
          <a:p>
            <a:endParaRPr lang="en-IN" sz="1800" dirty="0">
              <a:latin typeface="Forte" panose="03060902040502070203" pitchFamily="66" charset="0"/>
            </a:endParaRPr>
          </a:p>
          <a:p>
            <a:endParaRPr lang="en-IN" sz="1800" dirty="0"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348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D596-2AD6-083C-2CF1-CC08B2EF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oper Black" panose="0208090404030B020404" pitchFamily="18" charset="0"/>
              </a:rPr>
              <a:t>Contents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1FCE22-8154-6F49-9CA2-28CED4F9A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58297"/>
            <a:ext cx="10058400" cy="4010797"/>
          </a:xfrm>
        </p:spPr>
        <p:txBody>
          <a:bodyPr>
            <a:normAutofit/>
          </a:bodyPr>
          <a:lstStyle/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oper Black" panose="0208090404030B020404" pitchFamily="18" charset="0"/>
              </a:rPr>
              <a:t>Introduction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oper Black" panose="0208090404030B020404" pitchFamily="18" charset="0"/>
              </a:rPr>
              <a:t>Understanding AQI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oper Black" panose="0208090404030B020404" pitchFamily="18" charset="0"/>
              </a:rPr>
              <a:t>Impacts of air pollution on health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oper Black" panose="0208090404030B020404" pitchFamily="18" charset="0"/>
              </a:rPr>
              <a:t> Objective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oper Black" panose="0208090404030B020404" pitchFamily="18" charset="0"/>
              </a:rPr>
              <a:t>System architecture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oper Black" panose="0208090404030B020404" pitchFamily="18" charset="0"/>
              </a:rPr>
              <a:t>Project implementation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oper Black" panose="0208090404030B020404" pitchFamily="18" charset="0"/>
              </a:rPr>
              <a:t>Progress journey of all milestones 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oper Black" panose="0208090404030B020404" pitchFamily="18" charset="0"/>
              </a:rPr>
              <a:t>Output snippets &amp;conclusion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Cooper Black" panose="0208090404030B020404" pitchFamily="18" charset="0"/>
            </a:endParaRP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Cooper Black" panose="0208090404030B020404" pitchFamily="18" charset="0"/>
            </a:endParaRP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Cooper Black" panose="0208090404030B020404" pitchFamily="18" charset="0"/>
            </a:endParaRP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294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315F6-5A80-6965-70DC-639D1C62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/>
                </a:solidFill>
                <a:latin typeface="Cooper Black" panose="0208090404030B0204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52971-92FF-49C3-221B-701B12D55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Aware is an intelligent air quality monitoring and forecasting platform designed to provide timely insights into environmental health.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leverages real-time pollutant data, advanced machine learning techniques, and a user-friendly dashboard to help users understand current air conditions and predict future AQI trends.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focusing on nationwide monitoring across India, Air Aware empowers the public with awareness and supports better decision-making for health and safety.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its interactive interface and accurate Random Forest–based prediction model, the system aims to promote environmental consciousness and contribute to building cleaner, healthier communities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endParaRPr lang="en-IN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748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65C20B-5F5B-5F22-CA31-7D2C14B7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6" y="511276"/>
            <a:ext cx="11395587" cy="560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15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474D75-18CA-7736-203D-F10E28486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7" y="442452"/>
            <a:ext cx="11493910" cy="542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24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0F0CA4-2A7F-807E-6A3E-01B088089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8" y="403122"/>
            <a:ext cx="10550013" cy="533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76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20327-6DD1-7B03-D7E8-DB2842574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62299-380B-6D80-455B-1266496DB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fetch real-time AQI data using reliable external APIs.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predict future AQI using machine learning models.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provide health recommendations based on AQI levels.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support multiple Indian cities.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implement secure user authentication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260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3DC93-66EA-C75F-B220-5D8BA936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F5C1A-EC12-C897-2827-75783FFAC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Frontend</a:t>
            </a:r>
            <a:r>
              <a:rPr lang="en-US" dirty="0">
                <a:ea typeface="+mn-lt"/>
                <a:cs typeface="+mn-lt"/>
              </a:rPr>
              <a:t>: React.js dashboard for visualization.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Backend</a:t>
            </a:r>
            <a:r>
              <a:rPr lang="en-US" dirty="0">
                <a:ea typeface="+mn-lt"/>
                <a:cs typeface="+mn-lt"/>
              </a:rPr>
              <a:t>: Flask REST APIs for data processing.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Database</a:t>
            </a:r>
            <a:r>
              <a:rPr lang="en-US" dirty="0">
                <a:ea typeface="+mn-lt"/>
                <a:cs typeface="+mn-lt"/>
              </a:rPr>
              <a:t>: MongoDB for storing users and AQI data.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External API</a:t>
            </a:r>
            <a:r>
              <a:rPr lang="en-US" dirty="0">
                <a:ea typeface="+mn-lt"/>
                <a:cs typeface="+mn-lt"/>
              </a:rPr>
              <a:t>: OpenWeather Air Pollution API.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Machine Learning</a:t>
            </a:r>
            <a:r>
              <a:rPr lang="en-US" dirty="0">
                <a:ea typeface="+mn-lt"/>
                <a:cs typeface="+mn-lt"/>
              </a:rPr>
              <a:t>: Random Forest Regressor for AQI prediction.</a:t>
            </a:r>
            <a:endParaRPr lang="en-US" dirty="0">
              <a:ea typeface="Calibri"/>
              <a:cs typeface="Calibri"/>
            </a:endParaRPr>
          </a:p>
          <a:p>
            <a:r>
              <a:rPr lang="en-US" i="1" dirty="0">
                <a:ea typeface="+mn-lt"/>
                <a:cs typeface="+mn-lt"/>
              </a:rPr>
              <a:t>(Frontend → Backend → API/ML → Database → Frontend)</a:t>
            </a:r>
            <a:endParaRPr lang="en-US" dirty="0">
              <a:ea typeface="Calibri"/>
              <a:cs typeface="Calibr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4065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7C56-5240-3973-C1A3-93ECE8228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chemeClr val="accent3"/>
                </a:solidFill>
                <a:latin typeface="Cooper Black" panose="0208090404030B020404" pitchFamily="18" charset="0"/>
              </a:rPr>
              <a:t>Frontend and Backend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F2367-44C8-B53D-B575-EE87F9714A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0633" y="1845735"/>
            <a:ext cx="5414053" cy="4023360"/>
          </a:xfr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77500" lnSpcReduction="20000"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frontend of the Smart AQI Prediction System was developed using React.js to create a dynamic, component-based, and responsive user interface.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Tailwind CSS was used to design an attractive, colorful, and professional dashboard with support for light and dark modes.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provides real-time AQI visualization, pollutant-level charts, and AQI prediction graphs for different time scales (hourly, daily, and monthly).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can select locations across India, view location-based AQI data, receive health recommendations, and get alert notifications.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features such as dashboard sharing (PDF/social media) and interactive UI components enhance usability and user experience.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969BFE-B10E-A016-E5BB-61B98E5A3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1960" y="1845735"/>
            <a:ext cx="4513720" cy="4023360"/>
          </a:xfr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77500" lnSpcReduction="20000"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Built RESTful APIs using Flask.</a:t>
            </a:r>
            <a:endParaRPr lang="en-US" sz="2400" dirty="0">
              <a:ea typeface="Calibri"/>
              <a:cs typeface="Calibri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Integrated OpenWeather AQI</a:t>
            </a:r>
            <a:endParaRPr lang="en-GB" sz="2400" dirty="0">
              <a:ea typeface="Calibri"/>
              <a:cs typeface="Calibri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Implemented modular backend structure:</a:t>
            </a:r>
          </a:p>
          <a:p>
            <a:pPr marL="90297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Routes</a:t>
            </a:r>
            <a:endParaRPr lang="en-GB" sz="2400" dirty="0">
              <a:ea typeface="Calibri"/>
              <a:cs typeface="Calibri"/>
            </a:endParaRPr>
          </a:p>
          <a:p>
            <a:pPr marL="90297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Services</a:t>
            </a:r>
            <a:endParaRPr lang="en-GB" sz="2400" dirty="0">
              <a:ea typeface="Calibri"/>
              <a:cs typeface="Calibri"/>
            </a:endParaRPr>
          </a:p>
          <a:p>
            <a:pPr marL="90297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Models</a:t>
            </a:r>
            <a:endParaRPr lang="en-GB" sz="2400" dirty="0">
              <a:ea typeface="Calibri"/>
              <a:cs typeface="Calibri"/>
            </a:endParaRPr>
          </a:p>
          <a:p>
            <a:pPr marL="90297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Utilities</a:t>
            </a:r>
            <a:endParaRPr lang="en-GB" sz="2400" dirty="0">
              <a:ea typeface="Calibri"/>
              <a:cs typeface="Calibri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Enabled JWT-based authentication.</a:t>
            </a:r>
            <a:endParaRPr lang="en-US" sz="2400" dirty="0">
              <a:ea typeface="Calibri"/>
              <a:cs typeface="Calibri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ea typeface="+mn-lt"/>
                <a:cs typeface="+mn-lt"/>
              </a:rPr>
              <a:t>Handled error management and API validation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529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0D599-4893-F520-9756-8472BBFB3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  <a:latin typeface="Cooper Black" panose="0208090404030B020404" pitchFamily="18" charset="0"/>
                <a:ea typeface="Calibri"/>
                <a:cs typeface="Calibri"/>
              </a:rPr>
              <a:t>Machine Learning Model</a:t>
            </a:r>
            <a:endParaRPr lang="en-IN" dirty="0">
              <a:solidFill>
                <a:schemeClr val="accent3"/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60850-006A-9F97-48B7-4E36487EC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Wingdings"/>
              <a:buChar char="v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Dataset collected from Kaggle (Indian AQI Dataset).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342900" indent="-342900">
              <a:buFont typeface="Wingdings"/>
              <a:buChar char="v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Features used: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742950" lvl="1">
              <a:buFont typeface="Wingdings"/>
              <a:buChar char="Ø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PM2.5, PM10, CO, NO₂, SO₂, O₃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342900" indent="-342900">
              <a:buFont typeface="Wingdings"/>
              <a:buChar char="v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Data preprocessing: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742950" lvl="1">
              <a:buFont typeface="Wingdings"/>
              <a:buChar char="Ø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Missing value handling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742950" lvl="1">
              <a:buFont typeface="Wingdings"/>
              <a:buChar char="Ø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Feature normalization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742950" lvl="1">
              <a:buFont typeface="Wingdings"/>
              <a:buChar char="Ø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AQI calculation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342900" indent="-342900">
              <a:buFont typeface="Wingdings"/>
              <a:buChar char="v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Model used: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742950" lvl="1">
              <a:buFont typeface="Wingdings"/>
              <a:buChar char="Ø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Random Forest Regressor – Achieved 99.9% Accuracy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342900" indent="-342900">
              <a:buFont typeface="Wingdings"/>
              <a:buChar char="v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Outputs: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742950" lvl="1">
              <a:buFont typeface="Wingdings"/>
              <a:buChar char="Ø"/>
            </a:pPr>
            <a:r>
              <a:rPr lang="en-US" sz="2200" dirty="0">
                <a:solidFill>
                  <a:schemeClr val="accent2"/>
                </a:solidFill>
                <a:ea typeface="+mn-lt"/>
                <a:cs typeface="+mn-lt"/>
              </a:rPr>
              <a:t>Hourly, weekly, and monthly AQI predictions</a:t>
            </a:r>
            <a:endParaRPr lang="en-US" sz="2200" dirty="0">
              <a:solidFill>
                <a:schemeClr val="accent2"/>
              </a:solidFill>
              <a:ea typeface="Calibri"/>
              <a:cs typeface="Calibr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9309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F1BC1-0666-9279-60B4-BB9140E4B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  <a:latin typeface="Calibri"/>
                <a:ea typeface="Calibri"/>
                <a:cs typeface="Calibri"/>
              </a:rPr>
              <a:t>Authentication and Database</a:t>
            </a:r>
            <a:endParaRPr lang="en-IN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3A2AE-11C2-4A7C-1052-F81395E43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679995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User registration and login implemented using Flask.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solidFill>
                <a:schemeClr val="accent2"/>
              </a:solidFill>
              <a:ea typeface="+mn-lt"/>
              <a:cs typeface="+mn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Passwords encrypted using bcrypt hashing.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solidFill>
                <a:schemeClr val="accent2"/>
              </a:solidFill>
              <a:ea typeface="+mn-lt"/>
              <a:cs typeface="+mn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Session management using JWT tokens.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solidFill>
                <a:schemeClr val="accent2"/>
              </a:solidFill>
              <a:ea typeface="+mn-lt"/>
              <a:cs typeface="+mn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MongoDB stores: User credentials,AQI records</a:t>
            </a:r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endParaRPr lang="en-US" dirty="0">
              <a:solidFill>
                <a:schemeClr val="accent2"/>
              </a:solidFill>
              <a:ea typeface="Calibri"/>
              <a:cs typeface="Calibri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Ensured secure and reliable data storage</a:t>
            </a:r>
            <a:endParaRPr lang="en-IN" dirty="0">
              <a:solidFill>
                <a:schemeClr val="accent2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4712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7BD56-1653-6761-FEB3-E1F67B71C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3"/>
                </a:solidFill>
                <a:latin typeface="Cooper Black" panose="0208090404030B020404" pitchFamily="18" charset="0"/>
              </a:rPr>
              <a:t>Technology Stack &amp; Development Tools</a:t>
            </a:r>
            <a:endParaRPr lang="en-IN" sz="3600" dirty="0">
              <a:solidFill>
                <a:schemeClr val="accent3"/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0E9EB-4843-ECA4-35FF-A03806B7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3497" y="1995948"/>
            <a:ext cx="8731045" cy="3687098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React.js and Tailwind CSS for building a modern, responsive, and interactive user interface</a:t>
            </a:r>
          </a:p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Flask (Python) for handling APIs, authentication, and model integration</a:t>
            </a:r>
          </a:p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 model implemented using scikit-learn for accurate AQI prediction</a:t>
            </a:r>
          </a:p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MongoDB for storing user data and air-quality records</a:t>
            </a:r>
          </a:p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VS Code, GitHub for version control, Postman for API testing, and Node.js for frontend dependency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2292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F2AE3-8652-7F33-1CAA-5E836B25F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Milestone 1 – Initial Setup</a:t>
            </a:r>
            <a:endParaRPr lang="en-US" dirty="0">
              <a:solidFill>
                <a:schemeClr val="accent2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Defined project concept &amp; architecture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Built initial frontend (Home &amp; basic dashboard)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Set up project repository &amp; folder structure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Created initial UI components for dashboard</a:t>
            </a:r>
          </a:p>
          <a:p>
            <a:r>
              <a:rPr lang="en-US" b="1" dirty="0">
                <a:solidFill>
                  <a:schemeClr val="accent2"/>
                </a:solidFill>
              </a:rPr>
              <a:t>Milestone 2 – Feature Enhancement</a:t>
            </a:r>
            <a:endParaRPr lang="en-US" dirty="0">
              <a:solidFill>
                <a:schemeClr val="accent2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Upgraded alert system from SMS to Email, WhatsApp &amp; Twitter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Trained ML model for accurate AQI predictions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Enhanced dashboard interactivity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/>
              </a:solidFill>
            </a:endParaRP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A1B673-7EFA-EC25-5B6C-4C82C780F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Progress Journey Across All Milestones</a:t>
            </a:r>
            <a:endParaRPr lang="en-IN" dirty="0">
              <a:solidFill>
                <a:schemeClr val="accent3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B21AA-5443-8146-62D7-4C659F37D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Milestone 3 – Backend Integration</a:t>
            </a:r>
            <a:endParaRPr lang="en-US" dirty="0">
              <a:solidFill>
                <a:schemeClr val="accent2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Prepared dataset &amp; backend setup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Configured MongoDB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Connected frontend with backend APIs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Enabled user authentication &amp; profile management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Deployed predictions &amp; health recommendations</a:t>
            </a:r>
          </a:p>
          <a:p>
            <a:r>
              <a:rPr lang="en-US" b="1" dirty="0">
                <a:solidFill>
                  <a:schemeClr val="accent2"/>
                </a:solidFill>
              </a:rPr>
              <a:t>Milestone 4 – Final Touches &amp; Testing</a:t>
            </a:r>
            <a:endParaRPr lang="en-US" dirty="0">
              <a:solidFill>
                <a:schemeClr val="accent2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Added About &amp; Profile sections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Conducted testing &amp; fixed errors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/>
                </a:solidFill>
              </a:rPr>
              <a:t>Improved security &amp; prepared final report/presentation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4514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8004-AE2D-714B-0A34-09E197F8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93" y="238771"/>
            <a:ext cx="10058400" cy="1450757"/>
          </a:xfrm>
        </p:spPr>
        <p:txBody>
          <a:bodyPr/>
          <a:lstStyle/>
          <a:p>
            <a:r>
              <a:rPr lang="en-IN" dirty="0">
                <a:solidFill>
                  <a:schemeClr val="accent3"/>
                </a:solidFill>
                <a:latin typeface="Cooper Black" panose="0208090404030B020404" pitchFamily="18" charset="0"/>
              </a:rPr>
              <a:t>Output Snippets</a:t>
            </a:r>
          </a:p>
        </p:txBody>
      </p:sp>
      <p:pic>
        <p:nvPicPr>
          <p:cNvPr id="4" name="Picture Placeholder 4" descr="A screenshot of a computer">
            <a:extLst>
              <a:ext uri="{FF2B5EF4-FFF2-40B4-BE49-F238E27FC236}">
                <a16:creationId xmlns:a16="http://schemas.microsoft.com/office/drawing/2014/main" id="{4462167B-243B-585A-CC0E-891F7F04D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9787" b="29787"/>
          <a:stretch>
            <a:fillRect/>
          </a:stretch>
        </p:blipFill>
        <p:spPr>
          <a:xfrm>
            <a:off x="359038" y="2127725"/>
            <a:ext cx="4773401" cy="1847311"/>
          </a:xfrm>
          <a:prstGeom prst="rect">
            <a:avLst/>
          </a:prstGeom>
        </p:spPr>
      </p:pic>
      <p:pic>
        <p:nvPicPr>
          <p:cNvPr id="5" name="Picture 4" descr="A screenshot of a login form">
            <a:extLst>
              <a:ext uri="{FF2B5EF4-FFF2-40B4-BE49-F238E27FC236}">
                <a16:creationId xmlns:a16="http://schemas.microsoft.com/office/drawing/2014/main" id="{30417539-85B4-7FEE-E3FB-53DFCB12C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897" y="1981692"/>
            <a:ext cx="2939844" cy="2369082"/>
          </a:xfrm>
          <a:prstGeom prst="rect">
            <a:avLst/>
          </a:prstGeom>
        </p:spPr>
      </p:pic>
      <p:pic>
        <p:nvPicPr>
          <p:cNvPr id="6" name="Picture 5" descr="A screenshot of a login form">
            <a:extLst>
              <a:ext uri="{FF2B5EF4-FFF2-40B4-BE49-F238E27FC236}">
                <a16:creationId xmlns:a16="http://schemas.microsoft.com/office/drawing/2014/main" id="{0504A71E-56AB-7F9F-A7ED-DAD1C4BE7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872" y="1898118"/>
            <a:ext cx="3205090" cy="2536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0D9B30-C087-B6F7-F43C-26F790CFE994}"/>
              </a:ext>
            </a:extLst>
          </p:cNvPr>
          <p:cNvSpPr txBox="1"/>
          <p:nvPr/>
        </p:nvSpPr>
        <p:spPr>
          <a:xfrm>
            <a:off x="1523999" y="4267200"/>
            <a:ext cx="2821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/>
                <a:ea typeface="Calibri"/>
                <a:cs typeface="Calibri"/>
              </a:rPr>
              <a:t>Fig 1: Home Page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46625D-E30A-8D91-27BC-57916048A267}"/>
              </a:ext>
            </a:extLst>
          </p:cNvPr>
          <p:cNvSpPr txBox="1"/>
          <p:nvPr/>
        </p:nvSpPr>
        <p:spPr>
          <a:xfrm>
            <a:off x="5515897" y="4374698"/>
            <a:ext cx="2330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/>
                <a:ea typeface="Calibri"/>
                <a:cs typeface="Calibri"/>
              </a:rPr>
              <a:t>Fig 2: Login Page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3DF87E-6191-D3BB-F123-0E4D7BCC6571}"/>
              </a:ext>
            </a:extLst>
          </p:cNvPr>
          <p:cNvSpPr txBox="1"/>
          <p:nvPr/>
        </p:nvSpPr>
        <p:spPr>
          <a:xfrm>
            <a:off x="9144000" y="4434348"/>
            <a:ext cx="2200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/>
                <a:ea typeface="Calibri"/>
                <a:cs typeface="Calibri"/>
              </a:rPr>
              <a:t>Fig 3:Register Page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7757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CFAD8F-20E9-DDA5-C0A4-55FBF3066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92" y="572471"/>
            <a:ext cx="7285379" cy="2270563"/>
          </a:xfrm>
          <a:prstGeom prst="rect">
            <a:avLst/>
          </a:prstGeom>
        </p:spPr>
      </p:pic>
      <p:pic>
        <p:nvPicPr>
          <p:cNvPr id="4" name="Picture 3" descr="A screenshot of a graph">
            <a:extLst>
              <a:ext uri="{FF2B5EF4-FFF2-40B4-BE49-F238E27FC236}">
                <a16:creationId xmlns:a16="http://schemas.microsoft.com/office/drawing/2014/main" id="{AAD6843E-45CD-F1A7-F1A1-C28A6B105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15" y="3429000"/>
            <a:ext cx="7717134" cy="22784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843AFD-2EB0-9593-B76B-7A430A2C8DA8}"/>
              </a:ext>
            </a:extLst>
          </p:cNvPr>
          <p:cNvSpPr txBox="1"/>
          <p:nvPr/>
        </p:nvSpPr>
        <p:spPr>
          <a:xfrm>
            <a:off x="7821291" y="1523087"/>
            <a:ext cx="1764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alibri"/>
                <a:ea typeface="Calibri"/>
                <a:cs typeface="Calibri"/>
              </a:rPr>
              <a:t>Fig 4: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C7EA91-2CA5-FDB5-1593-30361FE1DB5C}"/>
              </a:ext>
            </a:extLst>
          </p:cNvPr>
          <p:cNvSpPr txBox="1"/>
          <p:nvPr/>
        </p:nvSpPr>
        <p:spPr>
          <a:xfrm>
            <a:off x="8298425" y="4396822"/>
            <a:ext cx="1415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/>
                <a:ea typeface="Calibri"/>
                <a:cs typeface="Calibri"/>
              </a:rPr>
              <a:t>Fig 5: Graphs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5212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0A9EF-2536-706B-FFCB-1F1AA3DA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/>
                </a:solidFill>
                <a:latin typeface="Cooper Black" panose="0208090404030B020404" pitchFamily="18" charset="0"/>
              </a:rPr>
              <a:t>Conclusion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173E7D-F555-B5AA-B237-D93AE490F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4502" y="2251587"/>
            <a:ext cx="9661177" cy="2507226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ea typeface="+mn-lt"/>
                <a:cs typeface="+mn-lt"/>
              </a:rPr>
              <a:t>The Smart AQI Prediction System successfully delivers a complete full-stack solution by integrating real-time air quality data, machine learning-based AQI prediction, and secure user authentication into a single platform. The system provides accurate current AQI values, pollutant-level insights, and future AQI trends across multiple Indian cities, enabling users to better understand air pollution conditions. By combining data visualization, health-based recommendations, and secure access, the application empowers users to take informed preventive measures, thereby contributing to improved public health awareness and environmental sustainability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ea typeface="Calibri"/>
              <a:cs typeface="Calibr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5384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EDA80-ACD0-C437-2594-6BE57FDB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380" y="1091381"/>
            <a:ext cx="5191433" cy="2487561"/>
          </a:xfrm>
        </p:spPr>
        <p:txBody>
          <a:bodyPr>
            <a:normAutofit/>
          </a:bodyPr>
          <a:lstStyle/>
          <a:p>
            <a:r>
              <a:rPr lang="en-IN" dirty="0">
                <a:latin typeface="Forte" panose="03060902040502070203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645210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124</TotalTime>
  <Words>826</Words>
  <Application>Microsoft Office PowerPoint</Application>
  <PresentationFormat>Widescreen</PresentationFormat>
  <Paragraphs>112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Cooper Black</vt:lpstr>
      <vt:lpstr>Forte</vt:lpstr>
      <vt:lpstr>Times New Roman</vt:lpstr>
      <vt:lpstr>Wingdings</vt:lpstr>
      <vt:lpstr>Retrospect</vt:lpstr>
      <vt:lpstr>AIR AWARE:SMART AIR QUALITY PREDICTION SYSTEM</vt:lpstr>
      <vt:lpstr>Contents</vt:lpstr>
      <vt:lpstr>Introduction</vt:lpstr>
      <vt:lpstr>PowerPoint Presentation</vt:lpstr>
      <vt:lpstr>PowerPoint Presentation</vt:lpstr>
      <vt:lpstr>PowerPoint Presentation</vt:lpstr>
      <vt:lpstr>Objective</vt:lpstr>
      <vt:lpstr>System architecture</vt:lpstr>
      <vt:lpstr>Frontend and Backend Implementation</vt:lpstr>
      <vt:lpstr>Machine Learning Model</vt:lpstr>
      <vt:lpstr>Authentication and Database</vt:lpstr>
      <vt:lpstr>Technology Stack &amp; Development Tools</vt:lpstr>
      <vt:lpstr>Progress Journey Across All Milestones</vt:lpstr>
      <vt:lpstr>Output Snippets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mallela ruchitha</dc:creator>
  <cp:lastModifiedBy>mallela ruchitha</cp:lastModifiedBy>
  <cp:revision>1</cp:revision>
  <dcterms:created xsi:type="dcterms:W3CDTF">2025-12-30T12:43:19Z</dcterms:created>
  <dcterms:modified xsi:type="dcterms:W3CDTF">2025-12-30T14:48:14Z</dcterms:modified>
</cp:coreProperties>
</file>